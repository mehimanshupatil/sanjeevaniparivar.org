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sldIdLst>
    <p:sldId id="256" r:id="rId2"/>
    <p:sldId id="259" r:id="rId3"/>
    <p:sldId id="258" r:id="rId4"/>
    <p:sldId id="260" r:id="rId5"/>
    <p:sldId id="257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75B27E5B-E818-40C1-81E3-188E515443CA}" type="slidenum">
              <a:rPr lang="en-US" smtClean="0"/>
              <a:t>‹#›</a:t>
            </a:fld>
            <a:endParaRPr lang="en-US"/>
          </a:p>
        </p:txBody>
      </p:sp>
      <p:pic>
        <p:nvPicPr>
          <p:cNvPr id="30" name="Picture 29"/>
          <p:cNvPicPr/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7267575" y="6400800"/>
            <a:ext cx="18764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75B27E5B-E818-40C1-81E3-188E515443CA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Picture 11"/>
          <p:cNvPicPr/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6934200" y="6400800"/>
            <a:ext cx="18764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A25BEAF8-477C-4227-AFF8-9F40C2EECE55}" type="datetimeFigureOut">
              <a:rPr lang="en-US" smtClean="0"/>
              <a:t>10/7/2016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75B27E5B-E818-40C1-81E3-188E515443CA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BEAF8-477C-4227-AFF8-9F40C2EECE55}" type="datetimeFigureOut">
              <a:rPr lang="en-US" smtClean="0"/>
              <a:t>10/7/2016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27E5B-E818-40C1-81E3-188E515443CA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BEAF8-477C-4227-AFF8-9F40C2EECE55}" type="datetimeFigureOut">
              <a:rPr lang="en-US" smtClean="0"/>
              <a:t>10/7/2016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27E5B-E818-40C1-81E3-188E515443C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A25BEAF8-477C-4227-AFF8-9F40C2EECE55}" type="datetimeFigureOut">
              <a:rPr lang="en-US" smtClean="0"/>
              <a:t>10/7/2016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5B27E5B-E818-40C1-81E3-188E515443C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BEAF8-477C-4227-AFF8-9F40C2EECE55}" type="datetimeFigureOut">
              <a:rPr lang="en-US" smtClean="0"/>
              <a:t>10/7/2016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27E5B-E818-40C1-81E3-188E515443C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A25BEAF8-477C-4227-AFF8-9F40C2EECE55}" type="datetimeFigureOut">
              <a:rPr lang="en-US" smtClean="0"/>
              <a:t>10/7/2016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75B27E5B-E818-40C1-81E3-188E515443CA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A25BEAF8-477C-4227-AFF8-9F40C2EECE55}" type="datetimeFigureOut">
              <a:rPr lang="en-US" smtClean="0"/>
              <a:t>10/7/2016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5B27E5B-E818-40C1-81E3-188E515443CA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BEAF8-477C-4227-AFF8-9F40C2EECE55}" type="datetimeFigureOut">
              <a:rPr lang="en-US" smtClean="0"/>
              <a:t>10/7/2016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27E5B-E818-40C1-81E3-188E515443C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BEAF8-477C-4227-AFF8-9F40C2EECE55}" type="datetimeFigureOut">
              <a:rPr lang="en-US" smtClean="0"/>
              <a:t>10/7/2016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27E5B-E818-40C1-81E3-188E515443C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A25BEAF8-477C-4227-AFF8-9F40C2EECE55}" type="datetimeFigureOut">
              <a:rPr lang="en-US" smtClean="0"/>
              <a:t>10/7/2016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75B27E5B-E818-40C1-81E3-188E515443C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1752600" y="762000"/>
            <a:ext cx="6172200" cy="1752600"/>
          </a:xfrm>
          <a:prstGeom prst="rect">
            <a:avLst/>
          </a:prstGeom>
        </p:spPr>
        <p:txBody>
          <a:bodyPr vert="horz" anchor="b">
            <a:normAutofit fontScale="47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US" sz="3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3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US" sz="3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3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US" sz="3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3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US" sz="3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3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US" sz="3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3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US" sz="3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3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US" sz="3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3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US" sz="3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3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endParaRPr kumimoji="0" lang="en-US" sz="3000" b="1" i="0" u="none" strike="noStrike" kern="1200" cap="small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52600" y="914400"/>
            <a:ext cx="7086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i-IN" sz="4800" dirty="0">
                <a:solidFill>
                  <a:srgbClr val="FF0000"/>
                </a:solidFill>
                <a:latin typeface="Aparajita" pitchFamily="34" charset="0"/>
                <a:cs typeface="Aparajita" pitchFamily="34" charset="0"/>
              </a:rPr>
              <a:t>संजीवनी परिवार</a:t>
            </a:r>
            <a:endParaRPr lang="en-US" sz="4800" dirty="0">
              <a:solidFill>
                <a:srgbClr val="FF0000"/>
              </a:solidFill>
              <a:latin typeface="Aparajita" pitchFamily="34" charset="0"/>
              <a:cs typeface="Aparajit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i-IN" sz="3600" dirty="0" smtClean="0">
                <a:solidFill>
                  <a:srgbClr val="FF0000"/>
                </a:solidFill>
                <a:latin typeface="Aparajita" pitchFamily="34" charset="0"/>
                <a:ea typeface="+mn-ea"/>
                <a:cs typeface="Aparajita" pitchFamily="34" charset="0"/>
              </a:rPr>
              <a:t>स्पर्धेत  भाग असा </a:t>
            </a:r>
            <a:r>
              <a:rPr lang="hi-IN" sz="3600" dirty="0" smtClean="0">
                <a:solidFill>
                  <a:srgbClr val="FF0000"/>
                </a:solidFill>
                <a:latin typeface="Aparajita" pitchFamily="34" charset="0"/>
                <a:ea typeface="+mn-ea"/>
                <a:cs typeface="Aparajita" pitchFamily="34" charset="0"/>
              </a:rPr>
              <a:t>घ्या</a:t>
            </a:r>
            <a:r>
              <a:rPr lang="en-US" sz="3600" dirty="0" smtClean="0">
                <a:solidFill>
                  <a:srgbClr val="FF0000"/>
                </a:solidFill>
                <a:latin typeface="Aparajita" pitchFamily="34" charset="0"/>
                <a:ea typeface="+mn-ea"/>
                <a:cs typeface="Aparajita" pitchFamily="34" charset="0"/>
              </a:rPr>
              <a:t> </a:t>
            </a:r>
            <a:r>
              <a:rPr lang="hi-IN" sz="3600" dirty="0" smtClean="0">
                <a:solidFill>
                  <a:srgbClr val="FF0000"/>
                </a:solidFill>
                <a:latin typeface="Aparajita" pitchFamily="34" charset="0"/>
                <a:ea typeface="+mn-ea"/>
                <a:cs typeface="Aparajita" pitchFamily="34" charset="0"/>
              </a:rPr>
              <a:t> </a:t>
            </a:r>
            <a:r>
              <a:rPr lang="hi-IN" sz="3600" dirty="0" smtClean="0">
                <a:solidFill>
                  <a:srgbClr val="FF0000"/>
                </a:solidFill>
                <a:latin typeface="Aparajita" pitchFamily="34" charset="0"/>
                <a:ea typeface="+mn-ea"/>
                <a:cs typeface="Aparajita" pitchFamily="34" charset="0"/>
              </a:rPr>
              <a:t>! </a:t>
            </a:r>
            <a:r>
              <a:rPr lang="hi-IN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29600" cy="3886200"/>
          </a:xfrm>
        </p:spPr>
        <p:txBody>
          <a:bodyPr/>
          <a:lstStyle/>
          <a:p>
            <a:r>
              <a:rPr lang="hi-IN" dirty="0" smtClean="0">
                <a:solidFill>
                  <a:srgbClr val="FF3300"/>
                </a:solidFill>
                <a:latin typeface="Aparajita" pitchFamily="34" charset="0"/>
                <a:cs typeface="Aparajita" pitchFamily="34" charset="0"/>
              </a:rPr>
              <a:t>अर्जा सोबत नोंदणी फी रु ५०/-  भरून  आपलं नाव नोंदवा. </a:t>
            </a:r>
          </a:p>
          <a:p>
            <a:r>
              <a:rPr lang="hi-IN" dirty="0" smtClean="0">
                <a:solidFill>
                  <a:srgbClr val="FF3300"/>
                </a:solidFill>
                <a:latin typeface="Aparajita" pitchFamily="34" charset="0"/>
                <a:cs typeface="Aparajita" pitchFamily="34" charset="0"/>
              </a:rPr>
              <a:t>स्पर्धेत तीन गट आहेत. प्रत्येक गटा साठी विषय दिलेले आहेत. </a:t>
            </a:r>
          </a:p>
          <a:p>
            <a:r>
              <a:rPr lang="hi-IN" dirty="0" smtClean="0">
                <a:solidFill>
                  <a:srgbClr val="FF3300"/>
                </a:solidFill>
                <a:latin typeface="Aparajita" pitchFamily="34" charset="0"/>
                <a:cs typeface="Aparajita" pitchFamily="34" charset="0"/>
              </a:rPr>
              <a:t>आपला विषय निवडा. </a:t>
            </a:r>
          </a:p>
          <a:p>
            <a:r>
              <a:rPr lang="hi-IN" dirty="0" smtClean="0">
                <a:solidFill>
                  <a:srgbClr val="FF3300"/>
                </a:solidFill>
                <a:latin typeface="Aparajita" pitchFamily="34" charset="0"/>
                <a:cs typeface="Aparajita" pitchFamily="34" charset="0"/>
              </a:rPr>
              <a:t>स्पर्धा दिनांक ६ नोव्हेंबर २०१६ वेळ दुपारी ३ पासून पुढे. </a:t>
            </a:r>
          </a:p>
          <a:p>
            <a:r>
              <a:rPr lang="hi-IN" dirty="0" smtClean="0">
                <a:solidFill>
                  <a:srgbClr val="FF3300"/>
                </a:solidFill>
                <a:latin typeface="Aparajita" pitchFamily="34" charset="0"/>
                <a:cs typeface="Aparajita" pitchFamily="34" charset="0"/>
              </a:rPr>
              <a:t>वाघेश्वरी मंदिर , वाघोली ,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solidFill>
                  <a:srgbClr val="FF0000"/>
                </a:solidFill>
                <a:latin typeface="Aparajita" pitchFamily="34" charset="0"/>
                <a:ea typeface="+mn-ea"/>
                <a:cs typeface="Aparajita" pitchFamily="34" charset="0"/>
              </a:rPr>
              <a:t> </a:t>
            </a:r>
            <a:r>
              <a:rPr lang="hi-IN" sz="3600" dirty="0" smtClean="0">
                <a:solidFill>
                  <a:srgbClr val="FF0000"/>
                </a:solidFill>
                <a:latin typeface="Aparajita" pitchFamily="34" charset="0"/>
                <a:ea typeface="+mn-ea"/>
                <a:cs typeface="Aparajita" pitchFamily="34" charset="0"/>
              </a:rPr>
              <a:t> </a:t>
            </a:r>
            <a:r>
              <a:rPr lang="hi-IN" sz="3600" dirty="0" smtClean="0">
                <a:solidFill>
                  <a:srgbClr val="FF0000"/>
                </a:solidFill>
                <a:latin typeface="Aparajita" pitchFamily="34" charset="0"/>
                <a:ea typeface="+mn-ea"/>
                <a:cs typeface="Aparajita" pitchFamily="34" charset="0"/>
              </a:rPr>
              <a:t>स्पर्धेची तयारी अशी करा. </a:t>
            </a:r>
            <a:r>
              <a:rPr lang="en-US" sz="3600" dirty="0" smtClean="0">
                <a:solidFill>
                  <a:srgbClr val="FF0000"/>
                </a:solidFill>
                <a:latin typeface="Aparajita" pitchFamily="34" charset="0"/>
                <a:ea typeface="+mn-ea"/>
                <a:cs typeface="Aparajita" pitchFamily="34" charset="0"/>
              </a:rPr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29600" cy="3886200"/>
          </a:xfrm>
        </p:spPr>
        <p:txBody>
          <a:bodyPr>
            <a:normAutofit lnSpcReduction="10000"/>
          </a:bodyPr>
          <a:lstStyle/>
          <a:p>
            <a:r>
              <a:rPr lang="hi-IN" dirty="0" smtClean="0">
                <a:solidFill>
                  <a:srgbClr val="FF3300"/>
                </a:solidFill>
                <a:latin typeface="Aparajita" pitchFamily="34" charset="0"/>
                <a:cs typeface="Aparajita" pitchFamily="34" charset="0"/>
              </a:rPr>
              <a:t>आपला </a:t>
            </a:r>
            <a:r>
              <a:rPr lang="hi-IN" dirty="0" smtClean="0">
                <a:solidFill>
                  <a:srgbClr val="FF3300"/>
                </a:solidFill>
                <a:latin typeface="Aparajita" pitchFamily="34" charset="0"/>
                <a:cs typeface="Aparajita" pitchFamily="34" charset="0"/>
              </a:rPr>
              <a:t>विषय निवडा. </a:t>
            </a:r>
            <a:endParaRPr lang="hi-IN" dirty="0" smtClean="0">
              <a:solidFill>
                <a:srgbClr val="FF3300"/>
              </a:solidFill>
              <a:latin typeface="Aparajita" pitchFamily="34" charset="0"/>
              <a:cs typeface="Aparajita" pitchFamily="34" charset="0"/>
            </a:endParaRPr>
          </a:p>
          <a:p>
            <a:r>
              <a:rPr lang="hi-IN" dirty="0" smtClean="0">
                <a:solidFill>
                  <a:srgbClr val="FF3300"/>
                </a:solidFill>
                <a:latin typeface="Aparajita" pitchFamily="34" charset="0"/>
                <a:cs typeface="Aparajita" pitchFamily="34" charset="0"/>
              </a:rPr>
              <a:t>ज्या विषयावर आपल्याला बोलायचे आहे त्याचे यथोचित ज्ञान असणे आवश्यक आहे.</a:t>
            </a:r>
          </a:p>
          <a:p>
            <a:r>
              <a:rPr lang="hi-IN" dirty="0" smtClean="0">
                <a:solidFill>
                  <a:srgbClr val="FF3300"/>
                </a:solidFill>
                <a:latin typeface="Aparajita" pitchFamily="34" charset="0"/>
                <a:cs typeface="Aparajita" pitchFamily="34" charset="0"/>
              </a:rPr>
              <a:t>निवडलेल्या विषयाचा अभ्यास करा.  </a:t>
            </a:r>
          </a:p>
          <a:p>
            <a:r>
              <a:rPr lang="hi-IN" dirty="0" smtClean="0">
                <a:solidFill>
                  <a:srgbClr val="FF3300"/>
                </a:solidFill>
                <a:latin typeface="Aparajita" pitchFamily="34" charset="0"/>
                <a:cs typeface="Aparajita" pitchFamily="34" charset="0"/>
              </a:rPr>
              <a:t>आपल्याला काय सांगायचं आहे याचा नीट विचार करा. </a:t>
            </a:r>
          </a:p>
          <a:p>
            <a:r>
              <a:rPr lang="hi-IN" dirty="0" smtClean="0">
                <a:solidFill>
                  <a:srgbClr val="FF3300"/>
                </a:solidFill>
                <a:latin typeface="Aparajita" pitchFamily="34" charset="0"/>
                <a:cs typeface="Aparajita" pitchFamily="34" charset="0"/>
              </a:rPr>
              <a:t>मुद्दे </a:t>
            </a:r>
            <a:r>
              <a:rPr lang="hi-IN" dirty="0" smtClean="0">
                <a:solidFill>
                  <a:srgbClr val="FF3300"/>
                </a:solidFill>
                <a:latin typeface="Aparajita" pitchFamily="34" charset="0"/>
                <a:cs typeface="Aparajita" pitchFamily="34" charset="0"/>
              </a:rPr>
              <a:t>काढा</a:t>
            </a:r>
            <a:r>
              <a:rPr lang="en-US" dirty="0" smtClean="0">
                <a:solidFill>
                  <a:srgbClr val="FF3300"/>
                </a:solidFill>
                <a:latin typeface="Aparajita" pitchFamily="34" charset="0"/>
                <a:cs typeface="Aparajita" pitchFamily="34" charset="0"/>
              </a:rPr>
              <a:t>.</a:t>
            </a:r>
            <a:r>
              <a:rPr lang="hi-IN" dirty="0" smtClean="0">
                <a:solidFill>
                  <a:srgbClr val="FF3300"/>
                </a:solidFill>
                <a:latin typeface="Aparajita" pitchFamily="34" charset="0"/>
                <a:cs typeface="Aparajita" pitchFamily="34" charset="0"/>
              </a:rPr>
              <a:t>  </a:t>
            </a:r>
          </a:p>
          <a:p>
            <a:r>
              <a:rPr lang="hi-IN" dirty="0" smtClean="0">
                <a:solidFill>
                  <a:srgbClr val="FF3300"/>
                </a:solidFill>
                <a:latin typeface="Aparajita" pitchFamily="34" charset="0"/>
                <a:cs typeface="Aparajita" pitchFamily="34" charset="0"/>
              </a:rPr>
              <a:t>आपलं भाषण लिहून काढा. </a:t>
            </a:r>
          </a:p>
          <a:p>
            <a:r>
              <a:rPr lang="hi-IN" dirty="0" smtClean="0">
                <a:solidFill>
                  <a:srgbClr val="FF3300"/>
                </a:solidFill>
                <a:latin typeface="Aparajita" pitchFamily="34" charset="0"/>
                <a:cs typeface="Aparajita" pitchFamily="34" charset="0"/>
              </a:rPr>
              <a:t>नेमक्या अर्था साठी योग्य शब्दाची निवड करा.</a:t>
            </a:r>
          </a:p>
          <a:p>
            <a:r>
              <a:rPr lang="hi-IN" dirty="0" smtClean="0">
                <a:solidFill>
                  <a:srgbClr val="FF3300"/>
                </a:solidFill>
                <a:latin typeface="Aparajita" pitchFamily="34" charset="0"/>
                <a:cs typeface="Aparajita" pitchFamily="34" charset="0"/>
              </a:rPr>
              <a:t>सराव करा.  </a:t>
            </a:r>
          </a:p>
          <a:p>
            <a:endParaRPr lang="hi-IN" dirty="0" smtClean="0">
              <a:solidFill>
                <a:srgbClr val="FF3300"/>
              </a:solidFill>
              <a:latin typeface="Aparajita" pitchFamily="34" charset="0"/>
              <a:cs typeface="Aparajita" pitchFamily="34" charset="0"/>
            </a:endParaRP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solidFill>
                  <a:srgbClr val="FF0000"/>
                </a:solidFill>
                <a:latin typeface="Aparajita" pitchFamily="34" charset="0"/>
                <a:ea typeface="+mn-ea"/>
                <a:cs typeface="Aparajita" pitchFamily="34" charset="0"/>
              </a:rPr>
              <a:t> </a:t>
            </a:r>
            <a:r>
              <a:rPr lang="hi-IN" sz="3600" dirty="0" smtClean="0">
                <a:solidFill>
                  <a:srgbClr val="FF0000"/>
                </a:solidFill>
                <a:latin typeface="Aparajita" pitchFamily="34" charset="0"/>
                <a:ea typeface="+mn-ea"/>
                <a:cs typeface="Aparajita" pitchFamily="34" charset="0"/>
              </a:rPr>
              <a:t>स्पर्धेच्या </a:t>
            </a:r>
            <a:r>
              <a:rPr lang="hi-IN" sz="3600" dirty="0" smtClean="0">
                <a:solidFill>
                  <a:srgbClr val="FF0000"/>
                </a:solidFill>
                <a:latin typeface="Aparajita" pitchFamily="34" charset="0"/>
                <a:ea typeface="+mn-ea"/>
                <a:cs typeface="Aparajita" pitchFamily="34" charset="0"/>
              </a:rPr>
              <a:t>वेळी  घ्यावयाची काळजी.</a:t>
            </a:r>
            <a:endParaRPr lang="en-US" sz="3600" dirty="0" smtClean="0">
              <a:solidFill>
                <a:srgbClr val="FF0000"/>
              </a:solidFill>
              <a:latin typeface="Aparajita" pitchFamily="34" charset="0"/>
              <a:ea typeface="+mn-ea"/>
              <a:cs typeface="Aparajita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29600" cy="3886200"/>
          </a:xfrm>
        </p:spPr>
        <p:txBody>
          <a:bodyPr>
            <a:normAutofit/>
          </a:bodyPr>
          <a:lstStyle/>
          <a:p>
            <a:pPr>
              <a:buNone/>
            </a:pPr>
            <a:endParaRPr lang="hi-IN" dirty="0" smtClean="0"/>
          </a:p>
          <a:p>
            <a:r>
              <a:rPr lang="hi-IN" dirty="0" smtClean="0">
                <a:solidFill>
                  <a:srgbClr val="FF3300"/>
                </a:solidFill>
                <a:latin typeface="Aparajita" pitchFamily="34" charset="0"/>
                <a:cs typeface="Aparajita" pitchFamily="34" charset="0"/>
              </a:rPr>
              <a:t>आपल्या देहबोली कडे लक्ष असुद्या </a:t>
            </a:r>
          </a:p>
          <a:p>
            <a:r>
              <a:rPr lang="hi-IN" dirty="0" smtClean="0">
                <a:solidFill>
                  <a:srgbClr val="FF3300"/>
                </a:solidFill>
                <a:latin typeface="Aparajita" pitchFamily="34" charset="0"/>
                <a:cs typeface="Aparajita" pitchFamily="34" charset="0"/>
              </a:rPr>
              <a:t>शांतपणे उभे राहा</a:t>
            </a:r>
            <a:r>
              <a:rPr lang="en-US" dirty="0" smtClean="0">
                <a:solidFill>
                  <a:srgbClr val="FF3300"/>
                </a:solidFill>
                <a:latin typeface="Aparajita" pitchFamily="34" charset="0"/>
                <a:cs typeface="Aparajita" pitchFamily="34" charset="0"/>
              </a:rPr>
              <a:t>,</a:t>
            </a:r>
            <a:r>
              <a:rPr lang="hi-IN" dirty="0" smtClean="0">
                <a:solidFill>
                  <a:srgbClr val="FF3300"/>
                </a:solidFill>
                <a:latin typeface="Aparajita" pitchFamily="34" charset="0"/>
                <a:cs typeface="Aparajita" pitchFamily="34" charset="0"/>
              </a:rPr>
              <a:t>तणावरहित</a:t>
            </a:r>
            <a:r>
              <a:rPr lang="en-US" dirty="0" smtClean="0">
                <a:solidFill>
                  <a:srgbClr val="FF3300"/>
                </a:solidFill>
                <a:latin typeface="Aparajita" pitchFamily="34" charset="0"/>
                <a:cs typeface="Aparajita" pitchFamily="34" charset="0"/>
              </a:rPr>
              <a:t> </a:t>
            </a:r>
            <a:r>
              <a:rPr lang="hi-IN" dirty="0" smtClean="0">
                <a:solidFill>
                  <a:srgbClr val="FF3300"/>
                </a:solidFill>
                <a:latin typeface="Aparajita" pitchFamily="34" charset="0"/>
                <a:cs typeface="Aparajita" pitchFamily="34" charset="0"/>
              </a:rPr>
              <a:t>रहा.</a:t>
            </a:r>
            <a:r>
              <a:rPr lang="en-US" dirty="0" smtClean="0">
                <a:solidFill>
                  <a:srgbClr val="FF3300"/>
                </a:solidFill>
                <a:latin typeface="Aparajita" pitchFamily="34" charset="0"/>
                <a:cs typeface="Aparajita" pitchFamily="34" charset="0"/>
              </a:rPr>
              <a:t> </a:t>
            </a:r>
            <a:r>
              <a:rPr lang="hi-IN" dirty="0" smtClean="0">
                <a:solidFill>
                  <a:srgbClr val="FF3300"/>
                </a:solidFill>
                <a:latin typeface="Aparajita" pitchFamily="34" charset="0"/>
                <a:cs typeface="Aparajita" pitchFamily="34" charset="0"/>
              </a:rPr>
              <a:t> </a:t>
            </a:r>
            <a:endParaRPr lang="en-US" dirty="0" smtClean="0">
              <a:solidFill>
                <a:srgbClr val="FF3300"/>
              </a:solidFill>
              <a:latin typeface="Aparajita" pitchFamily="34" charset="0"/>
              <a:cs typeface="Aparajita" pitchFamily="34" charset="0"/>
            </a:endParaRPr>
          </a:p>
          <a:p>
            <a:r>
              <a:rPr lang="hi-IN" dirty="0" smtClean="0">
                <a:solidFill>
                  <a:srgbClr val="FF3300"/>
                </a:solidFill>
                <a:latin typeface="Aparajita" pitchFamily="34" charset="0"/>
                <a:cs typeface="Aparajita" pitchFamily="34" charset="0"/>
              </a:rPr>
              <a:t>आत्मविश्वास दिसायला हवा.</a:t>
            </a:r>
          </a:p>
          <a:p>
            <a:r>
              <a:rPr lang="hi-IN" dirty="0" smtClean="0">
                <a:solidFill>
                  <a:srgbClr val="FF3300"/>
                </a:solidFill>
                <a:latin typeface="Aparajita" pitchFamily="34" charset="0"/>
                <a:cs typeface="Aparajita" pitchFamily="34" charset="0"/>
              </a:rPr>
              <a:t>श्रोत्यांकडे पहा आणि हसर्‍या मुद्रेने बोला.   </a:t>
            </a:r>
          </a:p>
          <a:p>
            <a:r>
              <a:rPr lang="hi-IN" dirty="0" smtClean="0">
                <a:solidFill>
                  <a:srgbClr val="FF3300"/>
                </a:solidFill>
                <a:latin typeface="Aparajita" pitchFamily="34" charset="0"/>
                <a:cs typeface="Aparajita" pitchFamily="34" charset="0"/>
              </a:rPr>
              <a:t>आपला मुद्दा निर्भयपणे आणि ठामपणे मांडा.   </a:t>
            </a:r>
          </a:p>
          <a:p>
            <a:r>
              <a:rPr lang="hi-IN" dirty="0" smtClean="0">
                <a:solidFill>
                  <a:srgbClr val="FF3300"/>
                </a:solidFill>
                <a:latin typeface="Aparajita" pitchFamily="34" charset="0"/>
                <a:cs typeface="Aparajita" pitchFamily="34" charset="0"/>
              </a:rPr>
              <a:t>शब्दोच्चार स्पष्ट ठेवा</a:t>
            </a:r>
            <a:r>
              <a:rPr lang="en-US" dirty="0" smtClean="0">
                <a:solidFill>
                  <a:srgbClr val="FF3300"/>
                </a:solidFill>
                <a:latin typeface="Aparajita" pitchFamily="34" charset="0"/>
                <a:cs typeface="Aparajita" pitchFamily="34" charset="0"/>
              </a:rPr>
              <a:t> </a:t>
            </a:r>
            <a:r>
              <a:rPr lang="hi-IN" dirty="0" smtClean="0">
                <a:solidFill>
                  <a:srgbClr val="FF3300"/>
                </a:solidFill>
                <a:latin typeface="Aparajita" pitchFamily="34" charset="0"/>
                <a:cs typeface="Aparajita" pitchFamily="34" charset="0"/>
              </a:rPr>
              <a:t>. </a:t>
            </a:r>
          </a:p>
          <a:p>
            <a:endParaRPr lang="hi-IN" dirty="0" smtClean="0">
              <a:solidFill>
                <a:srgbClr val="FF3300"/>
              </a:solidFill>
              <a:latin typeface="Aparajita" pitchFamily="34" charset="0"/>
              <a:cs typeface="Aparajita" pitchFamily="34" charset="0"/>
            </a:endParaRPr>
          </a:p>
          <a:p>
            <a:endParaRPr lang="hi-IN" dirty="0" smtClean="0">
              <a:solidFill>
                <a:srgbClr val="FF3300"/>
              </a:solidFill>
              <a:latin typeface="Aparajita" pitchFamily="34" charset="0"/>
              <a:cs typeface="Aparajita" pitchFamily="34" charset="0"/>
            </a:endParaRP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152401"/>
            <a:ext cx="6781800" cy="6228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ctr">
              <a:buNone/>
            </a:pPr>
            <a:r>
              <a:rPr lang="hi-IN" dirty="0" smtClean="0"/>
              <a:t/>
            </a:r>
            <a:br>
              <a:rPr lang="hi-IN" dirty="0" smtClean="0"/>
            </a:br>
            <a:endParaRPr lang="hi-IN" dirty="0" smtClean="0"/>
          </a:p>
          <a:p>
            <a:pPr algn="ctr">
              <a:buNone/>
            </a:pPr>
            <a:r>
              <a:rPr lang="hi-IN" sz="4800" cap="small" dirty="0" smtClean="0">
                <a:solidFill>
                  <a:srgbClr val="FF0000"/>
                </a:solidFill>
                <a:latin typeface="Aparajita" pitchFamily="34" charset="0"/>
                <a:cs typeface="Aparajita" pitchFamily="34" charset="0"/>
              </a:rPr>
              <a:t>हार्दिक शुभेच्छा !!! </a:t>
            </a:r>
            <a:br>
              <a:rPr lang="hi-IN" sz="4800" cap="small" dirty="0" smtClean="0">
                <a:solidFill>
                  <a:srgbClr val="FF0000"/>
                </a:solidFill>
                <a:latin typeface="Aparajita" pitchFamily="34" charset="0"/>
                <a:cs typeface="Aparajita" pitchFamily="34" charset="0"/>
              </a:rPr>
            </a:br>
            <a:endParaRPr lang="hi-IN" sz="4800" cap="small" dirty="0" smtClean="0">
              <a:solidFill>
                <a:srgbClr val="FF0000"/>
              </a:solidFill>
              <a:latin typeface="Aparajita" pitchFamily="34" charset="0"/>
              <a:cs typeface="Aparajita" pitchFamily="34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230</TotalTime>
  <Words>23</Words>
  <Application>Microsoft Office PowerPoint</Application>
  <PresentationFormat>On-screen Show (4:3)</PresentationFormat>
  <Paragraphs>28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Oriel</vt:lpstr>
      <vt:lpstr>Slide 1</vt:lpstr>
      <vt:lpstr>स्पर्धेत  भाग असा घ्या  !  </vt:lpstr>
      <vt:lpstr>  स्पर्धेची तयारी अशी करा.  </vt:lpstr>
      <vt:lpstr> स्पर्धेच्या वेळी  घ्यावयाची काळजी.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k.patil</dc:creator>
  <cp:lastModifiedBy>k.patil</cp:lastModifiedBy>
  <cp:revision>22</cp:revision>
  <dcterms:created xsi:type="dcterms:W3CDTF">2016-10-07T05:41:41Z</dcterms:created>
  <dcterms:modified xsi:type="dcterms:W3CDTF">2016-10-07T09:32:33Z</dcterms:modified>
</cp:coreProperties>
</file>